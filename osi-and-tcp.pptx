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C7DB6-0E7E-4A7B-85E1-B84AF66B3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1D8935-F71E-4A72-A04F-6DC938551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B0ACE8-AB02-403E-B3FC-7BC98A53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4FCF89-1984-4B5C-A28F-31EFD4A4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62B86-CDFF-43B6-B1E3-4628B972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2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FC302-A492-4C49-83E0-5F54B481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CB476-BB5F-4549-A92F-DD155D66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1E34C-CFD0-4D8D-9860-7CB302DE6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B739E-C383-431E-B0D5-87465AE23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07299-CD02-47DB-BBB3-427FBA1E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29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4C2E4-08DD-48AF-93F5-27071AB5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8FD1FB-3E9D-4DDA-82D9-AFCD2D407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A7BFC-CE88-49BB-9542-A296D11A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C899DF-BCFC-4757-B52F-2D91B3A9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E4B3CD-EB84-49D0-A524-E785F56D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39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91F76-14B1-4D91-9C99-06F8E0FB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6709D-8CD4-4CB3-B9DF-C995BD19B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A42D17-9E5E-4DDB-8EE3-87AD7CACF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734881-2E40-492D-85A7-144EC996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5A001E-645E-4DD8-9062-B08D553FF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6C2D62-53E4-48E0-8F6A-0738DDD2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92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A6A83-A9CF-4E60-9589-26E3D396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176281-10B9-4778-BD75-0B31B9853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8D6550-9EA1-46C3-81BB-E1A4F6B7C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7D8990-1345-4804-A8A6-7FE6C024B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EA9749-9CCE-4F65-A994-69E1D5E5B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F5AEB2-39FC-4FE5-B24C-89764919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3AB230-A0AF-4382-AA9A-62248A67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54A7A8-D946-4FB7-8AF5-2CD136B0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14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EC4DA-002D-4157-A420-DFA98285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45761A-2A75-439B-BC94-0B7B40FC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C279FF-35A1-4D3E-BEE4-B6FC00BC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4CD1A4-A98B-4AEB-8051-EB540F40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35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0E4BC-C5F4-433E-B31B-0A0BAD05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66A389-839C-48FB-BF00-F95ADB8F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D96D14-66FA-43E5-B690-DF4E6737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33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2E13A-B9E9-4B97-9ED6-6768C814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6CC27-43C2-4917-8FF6-866107F3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66D06-272D-4DA0-B38F-58AA31C2C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AC317-C45F-4469-A4F8-D1D4AEB5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319F48-E330-4B3B-9E5D-33998E8F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E12150-AF95-4519-A3C3-70A2EA23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26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6C6C2-D75C-4F96-B47F-7F7C99BB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6D2CAB-8D74-4E38-A5E7-9E3690871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2B7068-C6CD-4ACD-BBD5-D5213F40D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847B51-2285-495C-9270-95220837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4C0854-4DB8-475C-94CA-EA1D1D12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03F3F2-EF70-47A4-88B0-C0F469E8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722A1-F124-4B59-86DD-7A334912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5B46D3-DA1E-4B08-9910-CB972D8CD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2E0E8-402F-41B7-ADFA-C6B92BFF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BF2A20-24C7-4909-9CBF-1E55F6B0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6267E2-860B-4437-80D1-AB998F04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B41D94-F41E-4960-96E1-D95468B06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7BEFFC-F102-487E-9A84-4C3621471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CD03F-CC8A-4B68-AD0C-55F9A3BE0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24F164-2C59-4695-94F3-89B5D542D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6BE29-2E99-4B6B-91B1-C6E519E8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70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4313B6-62E7-49BD-A54C-D9DC930DA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197780-5B16-4D51-B33D-69298A65C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C4598C-00EA-4869-95B9-CCBE4D038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3D62C-93EE-4A33-BEFE-42396FC47591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1C35D-A8F4-4526-B1D4-B82E7B4BE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A6EC4B-525B-4A89-8AAB-BA96778F6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AED6B-15C7-45AC-A028-F605CE891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69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7D9588EB-F949-403F-B1F4-ABA2140E2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31993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37952387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7832658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171883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2346631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70923621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OSI Model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TCP/IP Layer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Other Protocol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4574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Alligator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Application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HTTP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SSH, FTP, Telnet</a:t>
                      </a:r>
                    </a:p>
                    <a:p>
                      <a:pPr latinLnBrk="1"/>
                      <a:r>
                        <a:rPr lang="en-US" altLang="ko-KR"/>
                        <a:t>SMTP, POP3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22085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Presentation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12405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Steve’s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Session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01679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Touch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Transport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TCP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UDP, SCTP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76055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Network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IP(v4)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IPv6, ARP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10230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Data-Link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Ethernet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HDLC, Frame Relay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90527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Please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Physical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275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7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</Words>
  <Application>Microsoft Office PowerPoint</Application>
  <PresentationFormat>와이드스크린</PresentationFormat>
  <Paragraphs>34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qqor99906@korea.edu</dc:creator>
  <cp:lastModifiedBy>백민우[ 학부재학 / 사이버국방학과 ]</cp:lastModifiedBy>
  <cp:revision>2</cp:revision>
  <dcterms:created xsi:type="dcterms:W3CDTF">2020-07-12T11:03:03Z</dcterms:created>
  <dcterms:modified xsi:type="dcterms:W3CDTF">2020-07-12T11:28:01Z</dcterms:modified>
</cp:coreProperties>
</file>